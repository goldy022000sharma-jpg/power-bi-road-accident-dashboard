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Accidents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Fatalities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Casualties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AVG Speed Limit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lineChart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barChart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Accident Severity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Alcohol Involvement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487bbb11-159a-4b93-a15f-131af6ba0797?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59d386caedf84809" /><Relationship Type="http://schemas.openxmlformats.org/officeDocument/2006/relationships/slideLayout" Target="/ppt/slideLayouts/slideLayout8.xml" Id="Rdfd8c3a5b7874fef" /><Relationship Type="http://schemas.openxmlformats.org/officeDocument/2006/relationships/hyperlink" Target="https://app.powerbi.com/groups/me/reports/487bbb11-159a-4b93-a15f-131af6ba0797/?pbi_source=PowerPoint" TargetMode="External" Id="RelId0" /><Relationship Type="http://schemas.openxmlformats.org/officeDocument/2006/relationships/image" Target="/ppt/media/image4.png" Id="imgId66173354"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Road Accident Dashboard</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2/1/2026 3:14:05 AM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2/1/2026 3:07:40 AM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textbox ,Total Accidents ,Total Fatalities ,Total Casualties ,AVG Speed Limit ,slicer ,slicer ,slicer ,slicer ,lineChart ,barChart ,Accident Severity ,Alcohol Involvement  ,slicer ,slicer ,slicer.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66173354"/>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Dashboard</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